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HIIT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前測</c:v>
                </c:pt>
                <c:pt idx="1">
                  <c:v>第 4 週</c:v>
                </c:pt>
                <c:pt idx="2">
                  <c:v>第 8 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42.1</c:v>
                </c:pt>
                <c:pt idx="1">
                  <c:v>45.0</c:v>
                </c:pt>
                <c:pt idx="2">
                  <c:v>47.8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MICT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前測</c:v>
                </c:pt>
                <c:pt idx="1">
                  <c:v>第 4 週</c:v>
                </c:pt>
                <c:pt idx="2">
                  <c:v>第 8 週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41.8</c:v>
                </c:pt>
                <c:pt idx="1">
                  <c:v>43.2</c:v>
                </c:pt>
                <c:pt idx="2">
                  <c:v>44.9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對照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前測</c:v>
                </c:pt>
                <c:pt idx="1">
                  <c:v>第 4 週</c:v>
                </c:pt>
                <c:pt idx="2">
                  <c:v>第 8 週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42.0</c:v>
                </c:pt>
                <c:pt idx="1">
                  <c:v>42.1</c:v>
                </c:pt>
                <c:pt idx="2">
                  <c:v>42.3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開場先回顧上週的能量系統，再帶入 HIIT 的定義。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強調第三點是本週的評量重點。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可提問：為什麼耐力選手的相對值通常高於絕對值的差異？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單位為 mL/kg/min。Gibala et al., 2012 的設計類似，可一併提。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交互作用顯著 F(4, 110) = 6.21, p &lt; .001, η² = .18。95% CI 要解釋成區間估計而非機率。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提醒作業：閱讀 Gibala 2012 並摘要研究設計。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高強度間歇訓練對最大攝氧量的影響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運動生理學 第八週 | 授課：林教授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學習目標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說明 VO₂max 的定義與測量方式</a:t>
            </a:r>
          </a:p>
          <a:p>
            <a:pPr>
              <a:defRPr sz="2400"/>
            </a:pPr>
            <a:r>
              <a:t>比較 HIIT 與 MICT 的生理適應差異</a:t>
            </a:r>
          </a:p>
          <a:p>
            <a:pPr>
              <a:defRPr sz="2400"/>
            </a:pPr>
            <a:r>
              <a:t>解讀介入研究中的 ANOVA 結果與 95% 信賴區間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VO₂max 的定義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最大攝氧量：單位時間內身體能攝取並利用的最大氧氣量</a:t>
            </a:r>
          </a:p>
          <a:p>
            <a:pPr lvl="1">
              <a:defRPr sz="2000"/>
            </a:pPr>
            <a:r>
              <a:t>絕對值：L/min；相對值：mL/kg/min</a:t>
            </a:r>
          </a:p>
          <a:p>
            <a:pPr>
              <a:defRPr sz="2400"/>
            </a:pPr>
            <a:r>
              <a:t>Fick 方程式：VO₂ = Q × (a-v)O₂ diff</a:t>
            </a:r>
          </a:p>
          <a:p>
            <a:pPr lvl="1">
              <a:defRPr sz="2000"/>
            </a:pPr>
            <a:r>
              <a:t>Q 為心輸出量，(a-v)O₂ diff 為動靜脈血氧差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介入研究：HIIT vs MICT（8 週）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571500">
                <a:tc>
                  <a:txBody>
                    <a:bodyPr/>
                    <a:lstStyle/>
                    <a:p>
                      <a:r>
                        <a:t>組別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前測 VO₂max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後測 VO₂max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變化量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 值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HIIT 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42.1 ± 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47.8 ± 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.001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MICT 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41.8 ± 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44.9 ± 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.004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對照組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42.0 ± 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42.3 ± 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.61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組間差異（Two-way ANOVA）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463040"/>
          <a:ext cx="105156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小結與下週預告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HIIT 在相同時間下帶來較大的 VO₂max 提升</a:t>
            </a:r>
          </a:p>
          <a:p>
            <a:pPr>
              <a:defRPr sz="2400"/>
            </a:pPr>
            <a:r>
              <a:t>效果量與信賴區間比單看 p 值更能說明臨床意義</a:t>
            </a:r>
          </a:p>
          <a:p>
            <a:pPr>
              <a:defRPr sz="2400"/>
            </a:pPr>
            <a:r>
              <a:t>下週：乳酸閾值與訓練處方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